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371600"/>
            <a:ext cx="5486400" cy="548640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A7BEA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 — 1ST SEMESTER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Bites Lahore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console application that helps users discover restaurants and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points across Lahore based on their food budget.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4206240" cy="1417320"/>
          </a:xfrm>
          <a:prstGeom prst="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526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Haadi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2026-CYS-90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Budget Bites Lahore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register a name and password; returning users must log in correctly before accessing the menu.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70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24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Directory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dictionary of 39 real restaurants across Lahore, each mapped to its location.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8039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14223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look up any restaurant by name and instantly see its location.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88289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Budget-Based Suggestions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522122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recommendation engines for food and drinks, matching the user's budget to suitable spots.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 |  Abdul Haadi  |  2026-CYS-90  |  Section 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LOGIC —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Registration &amp;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ect">
            <a:avLst>
              <a:gd name="adj" fmla="val 1277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asks for the user's name with input().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user to create a password, stored in user_password.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"Profile created successfully." once both are captured.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True: loop repeatedly asks for the password.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matches user_password, prints "Login successful." and breaks.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prints an error and loops again until correct.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5212080" cy="4297680"/>
          </a:xfrm>
          <a:prstGeom prst="rect">
            <a:avLst>
              <a:gd name="adj" fmla="val 1277"/>
            </a:avLst>
          </a:prstGeom>
          <a:solidFill>
            <a:srgbClr val="2B2118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92024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input("Enter your password: 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password == user_password: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print("Login successful.")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print("Incorrect password. Try again.")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 |  Abdul Haadi  |  2026-CYS-90  |  Section 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LOGIC —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Database &amp; Search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874520"/>
          </a:xfrm>
          <a:prstGeom prst="rect">
            <a:avLst>
              <a:gd name="adj" fmla="val 2927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&amp; juice_points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Python dictionaries store name : location pairs.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restaurants and 8 juice points across Lahore.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the data source for every other function.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120640" cy="2240280"/>
          </a:xfrm>
          <a:prstGeom prst="rect">
            <a:avLst>
              <a:gd name="adj" fmla="val 2449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show_restaurants()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restaurants.items() with a for loop.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every restaurant name and its location.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search_restaurant()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440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name via input(), compares it case-insensitively against every key.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found flag to print "Restaurant not found." if no match.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5577840" cy="4297680"/>
          </a:xfrm>
          <a:prstGeom prst="rect">
            <a:avLst>
              <a:gd name="adj" fmla="val 1277"/>
            </a:avLst>
          </a:prstGeom>
          <a:solidFill>
            <a:srgbClr val="2B2118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restaurants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"Monal Lahore":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"Liberty Roundabout, Gulberg III",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"Butt Karahi": "Lakshmi Chowk",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location in restaurants.items():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"-", location)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restaurant_name.lower() == name.lower():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found = True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 |  Abdul Haadi  |  2026-CYS-90  |  Section 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LOGIC — PART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Budget-Based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food_budget()  &amp;  juice_budget()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675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numeric budget via input(int(...)).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if / elif statements checks which PKR range the budget falls into.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range prints a hand-picked list of matching restaurants or juice points.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budget doesn't fall in any defined range, prints "No recommendations available."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667512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502920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(PKR)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Suggestions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–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Anarkali Food Street, Quetta Paratha Hotel,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– 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Biryani, Waqas Biryani, Bundu Khan,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– 1500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Shawarma Stop, Karachi Red Rock,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– 2500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KFC, McDonald's, Hardee's, OPTP,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– 6500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Mandi House, Hi-Tea &amp; Buffet options,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600200"/>
            <a:ext cx="4023360" cy="4389120"/>
          </a:xfrm>
          <a:prstGeom prst="rect">
            <a:avLst>
              <a:gd name="adj" fmla="val 1364"/>
            </a:avLst>
          </a:prstGeom>
          <a:solidFill>
            <a:srgbClr val="2B2118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1828800"/>
            <a:ext cx="3566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= int(input(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"Enter your food budget: "))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250 &lt;= budget &lt;= 500: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print("Anarkali Food Street")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500 &lt; budget &lt;= 1000: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print("Master Biryani")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recommendations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available.")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 |  Abdul Haadi  |  2026-CYS-90  |  Section 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LOGIC — PART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 &amp; The Main Menu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97680"/>
          </a:xfrm>
          <a:prstGeom prst="rect">
            <a:avLst>
              <a:gd name="adj" fmla="val 1277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view_profile()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the password using "*" * len(user_password), so it's never shown in plain text.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user's name alongside the masked password.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(while True)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infinite loop displays 6 numbered options every cycle.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chain routes the user's choice to the matching function.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"6" prints a goodbye message and break exits the loop.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577840" cy="4297680"/>
          </a:xfrm>
          <a:prstGeom prst="rect">
            <a:avLst>
              <a:gd name="adj" fmla="val 1277"/>
            </a:avLst>
          </a:prstGeom>
          <a:solidFill>
            <a:srgbClr val="2B2118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print("1. Access All Restaurants")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print("2. Search Restaurant Location")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print("3. Food Recommendations...")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print("4. Juice Points...")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print("5. View User Profile")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print("6. Exit")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choice = input("Enter your choice: 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choice == "1":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show_restaurants()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choice == "6":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 |  Abdul Haadi  |  2026-CYS-90  |  Section 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Console to GUI: Qt Designer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logic above was rebuilt as a graphical desktop application using PyQt5. Each screen was laid out visually in Qt Designer as a .ui file, then loaded and connected to the original Python functions at runtime.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291840" cy="1554480"/>
          </a:xfrm>
          <a:prstGeom prst="rect">
            <a:avLst>
              <a:gd name="adj" fmla="val 35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container for every screen (Auth, Main Menu, Restaurants, Budget).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2743200"/>
            <a:ext cx="3291840" cy="1554480"/>
          </a:xfrm>
          <a:prstGeom prst="rect">
            <a:avLst>
              <a:gd name="adj" fmla="val 35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QStackedWidget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2918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4 screens in one window and switches between them like pages.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0" y="2743200"/>
            <a:ext cx="3291840" cy="1554480"/>
          </a:xfrm>
          <a:prstGeom prst="rect">
            <a:avLst>
              <a:gd name="adj" fmla="val 35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QTabWidget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32918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Login/Sign Up tabs and Food/Drinks tabs.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3291840" cy="1554480"/>
          </a:xfrm>
          <a:prstGeom prst="rect">
            <a:avLst>
              <a:gd name="adj" fmla="val 35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QLineEdit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0749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fields for name, password, and the restaurant search box.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4526280"/>
            <a:ext cx="3291840" cy="1554480"/>
          </a:xfrm>
          <a:prstGeom prst="rect">
            <a:avLst>
              <a:gd name="adj" fmla="val 35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QPushButton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50749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and action buttons (Login, Get Suggestions, back arrows).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4526280"/>
            <a:ext cx="3291840" cy="1554480"/>
          </a:xfrm>
          <a:prstGeom prst="rect">
            <a:avLst>
              <a:gd name="adj" fmla="val 35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663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QListWidget / QSpinBox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18120" y="507492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restaurant results and capture numeric budget input.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 |  Abdul Haadi  |  2026-CYS-90  |  Section 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Application Screens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931920"/>
          </a:xfrm>
          <a:prstGeom prst="rect">
            <a:avLst>
              <a:gd name="adj" fmla="val 218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031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Screen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 Up tabs, password field, inline error message — replaces the registration + login while-loop.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514600" cy="3931920"/>
          </a:xfrm>
          <a:prstGeom prst="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0540" y="21031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3205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navigation cards (Restaurants, Budget, Profile, Exit) — replaces the printed numbered menu.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14600" cy="3931920"/>
          </a:xfrm>
          <a:prstGeom prst="rect">
            <a:avLst>
              <a:gd name="adj" fmla="val 2182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09460" y="21031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6364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Screen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bar filtering a QListWidget — replaces show_restaurants() and search_restaurant().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514600" cy="3931920"/>
          </a:xfrm>
          <a:prstGeom prst="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98380" y="210312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98983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25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Screen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329184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Food/Drinks tabs with a budget spin box — replaces food_budget() and juice_budget().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 |  Abdul Haadi  |  2026-CYS-90  |  Section 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Bites Lahore — Finding great food at every budget.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Haadi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2026-CYS-90   |   Section: 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Bites Lahore</dc:title>
  <dc:subject>PptxGenJS Presentation</dc:subject>
  <dc:creator>Abdul Haadi</dc:creator>
  <cp:lastModifiedBy>Abdul Haadi</cp:lastModifiedBy>
  <cp:revision>1</cp:revision>
  <dcterms:created xsi:type="dcterms:W3CDTF">2026-06-20T11:27:27Z</dcterms:created>
  <dcterms:modified xsi:type="dcterms:W3CDTF">2026-06-20T11:27:27Z</dcterms:modified>
</cp:coreProperties>
</file>